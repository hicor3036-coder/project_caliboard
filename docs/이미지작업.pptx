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822" autoAdjust="0"/>
    <p:restoredTop sz="94660"/>
  </p:normalViewPr>
  <p:slideViewPr>
    <p:cSldViewPr snapToGrid="0">
      <p:cViewPr varScale="1">
        <p:scale>
          <a:sx n="153" d="100"/>
          <a:sy n="153" d="100"/>
        </p:scale>
        <p:origin x="162" y="6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CA246B-A5B8-F529-61B7-667E4C2729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656DF13-EBF3-5D47-FA3F-1B3740DCB0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2E17A6-58D1-664E-9DD4-FB36C47B4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E2AC8-495F-4D0D-8F1F-1E269B3E3BED}" type="datetimeFigureOut">
              <a:rPr lang="ko-KR" altLang="en-US" smtClean="0"/>
              <a:t>2026-05-30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451D77B-1C6B-5844-0EB3-CF2C2D826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0DB6982-DB29-9607-F9BF-BFC194032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F3CA8-A3EE-4315-B9B2-20485263A2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76346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D76AF4-060B-4593-4FD7-4E40B001F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6C89C3-982D-6AB7-BC6A-C12AACD957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4C01B1-3D3D-A329-CCD1-36D49755A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E2AC8-495F-4D0D-8F1F-1E269B3E3BED}" type="datetimeFigureOut">
              <a:rPr lang="ko-KR" altLang="en-US" smtClean="0"/>
              <a:t>2026-05-30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CFC2A93-3A06-A42E-C7A4-0AF23F1BD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BACF36B-9918-E86A-B4D0-04D1BFACF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F3CA8-A3EE-4315-B9B2-20485263A2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84943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5A3EEA-16BD-A947-BE95-6CB781E44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D93B975-172B-13D8-CDAD-327FAA4F51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EC81D36-48B7-5D2A-CC53-EE6E4A27C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E2AC8-495F-4D0D-8F1F-1E269B3E3BED}" type="datetimeFigureOut">
              <a:rPr lang="ko-KR" altLang="en-US" smtClean="0"/>
              <a:t>2026-05-30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A0AD5DD-2F99-FFC2-ECD1-4E72AE05E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3698CE-504E-C8B9-4071-B8A2D4582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F3CA8-A3EE-4315-B9B2-20485263A2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27925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730D8B-ABB2-5C5A-25F3-16E4C2BBB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9B7181-0451-DE07-A1E1-3C99408F0F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22ABC9D-08AE-2013-99F8-DC0D0950A1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D09F460-5438-F891-FD9F-E34009DFC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E2AC8-495F-4D0D-8F1F-1E269B3E3BED}" type="datetimeFigureOut">
              <a:rPr lang="ko-KR" altLang="en-US" smtClean="0"/>
              <a:t>2026-05-30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00D367E-6A68-7743-8FEC-6E693F158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3D7754E-E125-490C-A6C7-6077A9CAB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F3CA8-A3EE-4315-B9B2-20485263A2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8356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54CA9A-2098-D735-8800-20B24F698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63AA279-290B-802B-A900-9F21C22A56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74B70CA-AA75-DFFC-ACCF-656607D0FB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DE0413D-D2A4-E7E6-211F-794CED089C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9ADD167-86F7-7C9E-C69C-DA1BFE0953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3D6A440-538B-D293-1505-95B6B5E16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E2AC8-495F-4D0D-8F1F-1E269B3E3BED}" type="datetimeFigureOut">
              <a:rPr lang="ko-KR" altLang="en-US" smtClean="0"/>
              <a:t>2026-05-30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5A1744C-08E8-852E-8BAC-5329D1E1A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717092D-3B29-5F47-ADD8-FF9A264BD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F3CA8-A3EE-4315-B9B2-20485263A2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2028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E353A7-2D27-CAA4-D9BA-3FADB4BB0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1336F19-6E70-265B-7D20-BF8693785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E2AC8-495F-4D0D-8F1F-1E269B3E3BED}" type="datetimeFigureOut">
              <a:rPr lang="ko-KR" altLang="en-US" smtClean="0"/>
              <a:t>2026-05-30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A0BF4FE-2F58-996B-5DEA-B22DBAB7C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4A384A6-7494-308D-2662-DB0A7E4CA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F3CA8-A3EE-4315-B9B2-20485263A2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3384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A5EAD59-491F-D561-7B35-04E2276FF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E2AC8-495F-4D0D-8F1F-1E269B3E3BED}" type="datetimeFigureOut">
              <a:rPr lang="ko-KR" altLang="en-US" smtClean="0"/>
              <a:t>2026-05-30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01035D6-05C0-58AE-6A83-0BD964687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BFC8E4D-4BB5-4197-71D2-84E303F13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F3CA8-A3EE-4315-B9B2-20485263A2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1273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31EB7B-EE8F-0D96-7BAC-1F0A05B67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91D091D-0920-77EA-9995-677F31E856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9792037-F9A3-5941-82E4-BA9284C407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964E27E-4A43-9B26-C320-32C5636EB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E2AC8-495F-4D0D-8F1F-1E269B3E3BED}" type="datetimeFigureOut">
              <a:rPr lang="ko-KR" altLang="en-US" smtClean="0"/>
              <a:t>2026-05-30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76D7D28-178F-31E9-27C3-DAF048AF2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53D193B-FCCE-3A24-B256-6103E597F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F3CA8-A3EE-4315-B9B2-20485263A2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831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3C47F8-38CA-1A34-A0AE-3580E8583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85FFB89-C225-0F50-F459-B685F22496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99C9637-1D41-8AF8-13D0-B32BAEE398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54FC0C2-907B-E143-7A50-8610DDCC5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E2AC8-495F-4D0D-8F1F-1E269B3E3BED}" type="datetimeFigureOut">
              <a:rPr lang="ko-KR" altLang="en-US" smtClean="0"/>
              <a:t>2026-05-30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D59EF42-EC3E-5F67-A122-69791A0FB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DF5B326-B29A-DFB8-0A38-86D714805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F3CA8-A3EE-4315-B9B2-20485263A2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95871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C6F5BF-0C3F-3390-95AA-DCF985B9E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D74CAEC-B301-5F9F-6217-8D571C12E4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603215-F919-B049-129E-F7E789E27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E2AC8-495F-4D0D-8F1F-1E269B3E3BED}" type="datetimeFigureOut">
              <a:rPr lang="ko-KR" altLang="en-US" smtClean="0"/>
              <a:t>2026-05-30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3E4BD50-02D0-7BA8-D338-DFCC27867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C6D0289-F641-F3D4-2599-9D0A14E26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F3CA8-A3EE-4315-B9B2-20485263A2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52922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FC2D184-465E-0F89-E7BA-18E8EDBB66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598A2BE-68F7-EA3A-D7B3-C1637BDEEC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5CA0007-F16E-B02E-6597-0E2290A38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E2AC8-495F-4D0D-8F1F-1E269B3E3BED}" type="datetimeFigureOut">
              <a:rPr lang="ko-KR" altLang="en-US" smtClean="0"/>
              <a:t>2026-05-30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378792C-44E0-52E5-A28B-8B3AC107A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04BBE53-41C9-2C50-D29C-AFB61596F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F3CA8-A3EE-4315-B9B2-20485263A2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0764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3AD2DBD-3E4C-4E57-1ABD-A8D9D1F0C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4C691C6-6BC8-07E1-740F-69532EEEDC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E42C3E0-D638-B0AC-1D5D-4A86A6C604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3E2AC8-495F-4D0D-8F1F-1E269B3E3BED}" type="datetimeFigureOut">
              <a:rPr lang="ko-KR" altLang="en-US" smtClean="0"/>
              <a:t>2026-05-30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60603F1-3AE3-A7DB-7D70-32068D3333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E087FB8-D968-96B3-0233-5199694497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9F3CA8-A3EE-4315-B9B2-20485263A2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6076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5" name="_x330110224">
            <a:extLst>
              <a:ext uri="{FF2B5EF4-FFF2-40B4-BE49-F238E27FC236}">
                <a16:creationId xmlns:a16="http://schemas.microsoft.com/office/drawing/2014/main" id="{9ABA87C9-DC39-331F-E821-8E154E0602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492" y="93512"/>
            <a:ext cx="4728411" cy="6670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127F043D-D5C2-388A-2540-5FC6DA5F9366}"/>
              </a:ext>
            </a:extLst>
          </p:cNvPr>
          <p:cNvSpPr/>
          <p:nvPr/>
        </p:nvSpPr>
        <p:spPr>
          <a:xfrm>
            <a:off x="1111841" y="1804737"/>
            <a:ext cx="4487778" cy="2093495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233D86B-8B0A-48F3-0B64-398F20D633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7822" y="121878"/>
            <a:ext cx="5818071" cy="6548553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8E350432-69D6-1FFD-00D1-F9B2819A6333}"/>
              </a:ext>
            </a:extLst>
          </p:cNvPr>
          <p:cNvSpPr/>
          <p:nvPr/>
        </p:nvSpPr>
        <p:spPr>
          <a:xfrm>
            <a:off x="6193794" y="3528029"/>
            <a:ext cx="5458943" cy="1577371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9B76697C-DA3B-8353-9B2D-56B5AF05FBB8}"/>
              </a:ext>
            </a:extLst>
          </p:cNvPr>
          <p:cNvSpPr/>
          <p:nvPr/>
        </p:nvSpPr>
        <p:spPr>
          <a:xfrm rot="2328979">
            <a:off x="5702661" y="3232030"/>
            <a:ext cx="433754" cy="32824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98636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7E034A70-6F2F-C366-73F9-517111B532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5798" y="1089931"/>
            <a:ext cx="3838575" cy="504825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F0CA945-F665-597A-85A5-6FE195AEC606}"/>
              </a:ext>
            </a:extLst>
          </p:cNvPr>
          <p:cNvSpPr txBox="1"/>
          <p:nvPr/>
        </p:nvSpPr>
        <p:spPr>
          <a:xfrm>
            <a:off x="5054373" y="3331029"/>
            <a:ext cx="435144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URL: </a:t>
            </a:r>
            <a:r>
              <a:rPr lang="ko-KR" altLang="en-US" dirty="0"/>
              <a:t>https://project-caliboard.vercel.app</a:t>
            </a:r>
            <a:br>
              <a:rPr lang="en-US" altLang="ko-KR" dirty="0"/>
            </a:br>
            <a:r>
              <a:rPr lang="en-US" altLang="ko-KR" dirty="0"/>
              <a:t>ID:</a:t>
            </a:r>
            <a:r>
              <a:rPr lang="ko-KR" altLang="en-US" dirty="0"/>
              <a:t> </a:t>
            </a:r>
            <a:r>
              <a:rPr lang="en-US" altLang="ko-KR" dirty="0" err="1"/>
              <a:t>KL_KAI_master</a:t>
            </a:r>
            <a:endParaRPr lang="en-US" altLang="ko-KR" dirty="0"/>
          </a:p>
          <a:p>
            <a:r>
              <a:rPr lang="en-US" altLang="ko-KR" dirty="0"/>
              <a:t>PWD:</a:t>
            </a:r>
            <a:r>
              <a:rPr lang="ko-KR" altLang="en-US" dirty="0"/>
              <a:t> </a:t>
            </a:r>
            <a:r>
              <a:rPr lang="en-US" altLang="ko-KR" dirty="0"/>
              <a:t>1234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52291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0DEA58AD-9289-51EF-557A-E80D44E46B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2" y="776287"/>
            <a:ext cx="11991975" cy="5305425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723BBE50-179F-29AC-6D4E-384B0E9398AF}"/>
              </a:ext>
            </a:extLst>
          </p:cNvPr>
          <p:cNvSpPr/>
          <p:nvPr/>
        </p:nvSpPr>
        <p:spPr>
          <a:xfrm>
            <a:off x="136109" y="4397741"/>
            <a:ext cx="1445758" cy="303742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FB5A2C8-8C94-A0BA-393E-AF3E89A3570E}"/>
              </a:ext>
            </a:extLst>
          </p:cNvPr>
          <p:cNvSpPr/>
          <p:nvPr/>
        </p:nvSpPr>
        <p:spPr>
          <a:xfrm>
            <a:off x="6095999" y="4549611"/>
            <a:ext cx="2183705" cy="993155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96571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009AFF49-A04E-1C25-923B-8EC5EBFD96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6963"/>
            <a:ext cx="12192000" cy="6344074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4F2001FB-2612-6BAA-965A-CAC48781712C}"/>
              </a:ext>
            </a:extLst>
          </p:cNvPr>
          <p:cNvSpPr/>
          <p:nvPr/>
        </p:nvSpPr>
        <p:spPr>
          <a:xfrm>
            <a:off x="1518937" y="2036470"/>
            <a:ext cx="3497737" cy="875832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B52B5AC-2A9E-F829-FF5B-AA399C7FE16B}"/>
              </a:ext>
            </a:extLst>
          </p:cNvPr>
          <p:cNvSpPr/>
          <p:nvPr/>
        </p:nvSpPr>
        <p:spPr>
          <a:xfrm>
            <a:off x="1627496" y="6090727"/>
            <a:ext cx="10564504" cy="285021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45341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20</Words>
  <Application>Microsoft Office PowerPoint</Application>
  <PresentationFormat>와이드스크린</PresentationFormat>
  <Paragraphs>2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hicor</dc:creator>
  <cp:lastModifiedBy>hicor</cp:lastModifiedBy>
  <cp:revision>2</cp:revision>
  <dcterms:created xsi:type="dcterms:W3CDTF">2026-03-02T01:41:04Z</dcterms:created>
  <dcterms:modified xsi:type="dcterms:W3CDTF">2026-05-30T03:44:56Z</dcterms:modified>
</cp:coreProperties>
</file>